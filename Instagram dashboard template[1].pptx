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7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1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1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8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3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8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9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6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1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D0E67-2B64-4BD1-B529-6C0845F96B9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379C8-623A-4916-8F90-ACE7C1548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3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4298" y="109534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r"/>
            <a:r>
              <a:rPr lang="en-US" b="1" dirty="0" smtClean="0">
                <a:solidFill>
                  <a:schemeClr val="tx1"/>
                </a:solidFill>
              </a:rPr>
              <a:t>Instagram Analysis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14298" y="1276343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6470" y="2407429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26470" y="3538516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14298" y="4648181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146934" y="95248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179569" y="95247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212204" y="95247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8244839" y="109534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0277474" y="109534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132645" y="1276343"/>
            <a:ext cx="5727382" cy="264795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7993379" y="1276343"/>
            <a:ext cx="4065269" cy="54197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2132645" y="4114796"/>
            <a:ext cx="5727382" cy="264795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2" t="13022" r="13230" b="14062"/>
          <a:stretch/>
        </p:blipFill>
        <p:spPr>
          <a:xfrm>
            <a:off x="209550" y="352424"/>
            <a:ext cx="560336" cy="552443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0" y="1209668"/>
            <a:ext cx="121920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26470" y="5767356"/>
            <a:ext cx="1781175" cy="1057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1990725" y="9525"/>
            <a:ext cx="31218" cy="684847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002897" y="4018355"/>
            <a:ext cx="5914284" cy="11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926706" y="1200143"/>
            <a:ext cx="0" cy="5648332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048125" y="9525"/>
            <a:ext cx="0" cy="1190618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086475" y="9525"/>
            <a:ext cx="0" cy="1190618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8124825" y="0"/>
            <a:ext cx="0" cy="1190618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0163175" y="9525"/>
            <a:ext cx="0" cy="1190618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2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Amey Samarth</dc:creator>
  <cp:lastModifiedBy>Amey Samarth</cp:lastModifiedBy>
  <cp:revision>2</cp:revision>
  <dcterms:created xsi:type="dcterms:W3CDTF">2025-11-26T11:55:01Z</dcterms:created>
  <dcterms:modified xsi:type="dcterms:W3CDTF">2025-11-26T12:01:33Z</dcterms:modified>
</cp:coreProperties>
</file>